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ANSWERBOT</a:t>
            </a:r>
          </a:p>
          <a:p>
            <a:pPr>
              <a:defRPr sz="2700">
                <a:solidFill>
                  <a:srgbClr val="FFFFFF"/>
                </a:solidFill>
              </a:defRPr>
            </a:pPr>
            <a:r>
              <a:t>AI-Powered FAQ and Customer Support Automation</a:t>
            </a:r>
          </a:p>
          <a:p>
            <a:pPr>
              <a:spcBef>
                <a:spcPts val="1800"/>
              </a:spcBef>
              <a:defRPr sz="1700">
                <a:solidFill>
                  <a:srgbClr val="CDDCEB"/>
                </a:solidFill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Robust and secure REST API platform for FAQ creation and customer-support automation.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Built using Node.js and Express.js with MongoDB and Mongoose ODM.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Supports AI-powered FAQ generation, semantic search, authentication, and content management.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JWT provides stateless sessions and route protection, while bcrypt secures passwords.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Centralized error handling and response sanitization improve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Scenario: customer support operations with large volumes of repetitive inquiries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Difficulty generating and maintaining up-to-date documentation workflows.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Limited visibility into semantic-search keywords and rapid query resolution.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Time-consuming manual processes for drafting complex support answers.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Lack of unified database permission layers for protecting private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Centralized and secure backend API that separates business logic from frontend delivery.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Internal verification controls for content creation, category keywords, database persistence, and AI inference.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Authenticated creators can generate, create, update, and delete their own FAQ records.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Public users can consume published FAQs and perform localized semantic searches.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Schema validation, authorization tokens, and indexing help maintain integrity and discoverability.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Software &amp; Hardware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Software: Windows 10/11, macOS, or Linux.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Node.js v18+ and npm v9+.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Express.js, MongoDB/Mongoose ODM.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Postman or ThunderClient for API testing.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Visual Studio Code or similar code editor.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Hardware: Intel Core i5 8th Gen+ / AMD Ryzen 5 equivalent.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RAM: 8 GB minimum; 16 GB recommended.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Storage: 1 GB available workspace.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6459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D4B"/>
                </a:solidFill>
              </a:defRPr>
            </a:pPr>
            <a:r>
              <a:t>API / Postman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16459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D4B"/>
                </a:solidFill>
              </a:defRPr>
            </a:pPr>
            <a:r>
              <a:t>Express Server</a:t>
            </a:r>
            <a:br/>
            <a:r>
              <a:t>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234440"/>
            <a:ext cx="16459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D4B"/>
                </a:solidFill>
              </a:defRPr>
            </a:pPr>
            <a:r>
              <a:t>Auth Middleware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2743200"/>
            <a:ext cx="16459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D4B"/>
                </a:solidFill>
              </a:defRPr>
            </a:pPr>
            <a:r>
              <a:t>Services /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828800"/>
            <a:ext cx="16459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D4B"/>
                </a:solidFill>
              </a:defRPr>
            </a:pPr>
            <a:r>
              <a:t>Mongoose</a:t>
            </a:r>
            <a:br/>
            <a:r>
              <a:t>Database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828800"/>
            <a:ext cx="164592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2D4B"/>
                </a:solidFill>
              </a:defRPr>
            </a:pPr>
            <a:r>
              <a:t>MongoDB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240280"/>
            <a:ext cx="548640" cy="0"/>
          </a:xfrm>
          <a:prstGeom prst="line">
            <a:avLst/>
          </a:prstGeom>
          <a:ln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389120" y="1645920"/>
            <a:ext cx="685800" cy="594360"/>
          </a:xfrm>
          <a:prstGeom prst="line">
            <a:avLst/>
          </a:prstGeom>
          <a:ln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89120" y="2240280"/>
            <a:ext cx="685800" cy="914400"/>
          </a:xfrm>
          <a:prstGeom prst="line">
            <a:avLst/>
          </a:prstGeom>
          <a:ln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20840" y="1645920"/>
            <a:ext cx="868680" cy="594360"/>
          </a:xfrm>
          <a:prstGeom prst="line">
            <a:avLst/>
          </a:prstGeom>
          <a:ln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720840" y="2240280"/>
            <a:ext cx="868680" cy="914400"/>
          </a:xfrm>
          <a:prstGeom prst="line">
            <a:avLst/>
          </a:prstGeom>
          <a:ln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35440" y="2240280"/>
            <a:ext cx="822960" cy="0"/>
          </a:xfrm>
          <a:prstGeom prst="line">
            <a:avLst/>
          </a:prstGeom>
          <a:ln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Database &amp; Entity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User Entity: _id, name, unique email, hashed password, role, createdAt, updatedAt.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FAQ Entity: question, answer, category, createdBy, createdAt, updatedAt.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AI Generation Entity: topic, generated question, answer, category, generatedAt.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Category Entity: categoryName, description, totalFAQs.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Relationships: User → FAQ (one-to-many); Category → FAQ (one-to-many); User → AI-generated FAQ (one-to-many).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JWT Authentication &amp; Authorization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AI FAQ Generation using Google Gemini AI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Semantic / keyword-based FAQ Search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Complete CRUD Operations for FAQ records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Category Management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Password Hashing using bcrypt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Centralized Error Handling and Schema Validation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RESTful Express.js API with MongoDB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User Roles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Admin — manages registered users, all FAQs, categories, and AI-generated content.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Content Creator — creates, edits, deletes owned FAQs, generates FAQs using AI, and organizes categories.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Authenticated User — views public FAQs, searches by keywords, generates AI-assisted answers, and accesses profile information.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Public User — views published FAQs and searches FAQs; cannot access protected endpoints or modify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MVC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Model Layer — defines Mongoose schemas, field rules, defaults, and validation before persistence.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Controller Layer — receives requests, validates constraints, delegates workflows, and returns standardized JSON responses.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View / API Routing Layer — in this headless backend, API routes connect requests directly to controller handlers.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Architecture goal: keep components modular and decoupled for easier maintenance and scalability.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API Endpoints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POST /api/auth/register — public user registration.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POST /api/auth/login — public login and authentication.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POST /api/faqs — protected FAQ creation using a Bearer JWT token.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GET /api/faqs/search?q=configure — public FAQ search.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POST /api/ai/generate-faq — protected AI-powered FAQ generation.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Testing tools: Postman or ThunderClient.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1. User registers or logs in.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2. Authentication middleware validates the JWT token for protected operations.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3. Creator submits FAQ data or an AI-generation topic.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4. Express routes pass requests to controllers and service logic.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5. Mongoose validates and communicates with MongoDB.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6. Google Gemini AI handles automated FAQ generation when requested.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7. Search and retrieval return relevant FAQ information to the user.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Outcome &amp;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Reduces operational delays by moving workflow controls into a centralized backend.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Maintains data structural integrity through schema validation.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Protects document modification using authentication and authorization.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Improves discoverability through indexing and search capabilities.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Automates repetitive FAQ drafting with AI assistance.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Provides a modular REST API foundation that can support different frontend clients.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AnswerBot combines secure backend architecture, MongoDB data management, and AI-assisted content generation.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The platform supports authentication, FAQ CRUD operations, category organization, and intelligent search.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Layered architecture and validation improve maintainability, security, and reliability.</a:t>
            </a:r>
          </a:p>
          <a:p>
            <a:pPr>
              <a:spcAft>
                <a:spcPts val="1000"/>
              </a:spcAft>
              <a:defRPr sz="2000">
                <a:solidFill>
                  <a:srgbClr val="23282D"/>
                </a:solidFill>
              </a:defRPr>
            </a:pPr>
            <a:r>
              <a:t>The project provides a practical foundation for automating FAQ and customer-support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Project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API Testing Video: Google Drive resource provided in the project document.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Demo Link: Google Drive resource provided in the project document.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Project source/documentation: CodeDrive reference included in the project document.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